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5D3DB-5D1D-4504-A81C-3A196386F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736DA-C11C-4642-8258-5A005B7BF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8BFEC-916A-40F1-A9F3-99D205F05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E19C-AB26-499D-AC0E-11FBBCCD2D6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A4671-F311-4361-A8C9-D917C9CC8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8DD7C-4BC0-4AF7-9A2F-9A9C3B34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DCE1-8C0F-426A-9860-03A0A18E5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2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F6F00-E5F0-4572-8BE5-A74F4E321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A2091-0E0C-46D0-8CE4-3D45B05CE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02699-359F-4CB0-90ED-0DFBB2BF6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E19C-AB26-499D-AC0E-11FBBCCD2D6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3925C-EDA2-4403-B87E-D6A6F4944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A994D-6500-406F-8A69-5E397A3E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DCE1-8C0F-426A-9860-03A0A18E5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B252A-0DF9-478F-8A8B-AA27B482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112D3-1BE0-4408-99AD-238945D37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6C429-65B0-462B-B146-E7708FC9D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E19C-AB26-499D-AC0E-11FBBCCD2D6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72E77-2C5C-4C41-85F5-7F0E5536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5A402-CDAF-45A8-8A54-DE4D57F0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DCE1-8C0F-426A-9860-03A0A18E5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15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8A1FC-C423-4B78-9CD8-66EAA30F5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F4AB7-6EB5-4631-BD23-4E8AB3FCB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8E614-6E09-49D8-8C56-A93356F53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08366-ABC0-47BC-9E71-B776446C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E19C-AB26-499D-AC0E-11FBBCCD2D6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C12A2-8F92-418B-8D37-EA7BEBC7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883F5-C80C-4C64-ABCA-19CAB0C4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DCE1-8C0F-426A-9860-03A0A18E5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6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4D429-CFD0-44E2-86B9-8CC7F2F68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A091E-677A-450B-A843-5A8DBA73C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22F55-E40C-40A7-A5D5-CAD42939E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54132B-EA82-4358-A3C8-2CDE5BD6D7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45DE8-36CE-4FCB-AD8A-4E5A82A31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98D187-741D-4E1E-8BD5-1013D453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E19C-AB26-499D-AC0E-11FBBCCD2D6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325BDF-09DD-456D-9335-7076B6592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F787D-542C-4F5B-8256-960A070E3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DCE1-8C0F-426A-9860-03A0A18E5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06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A21C-916C-4AE6-A189-9130F4B20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8B2495-6E71-41E3-B8CC-5C504993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E19C-AB26-499D-AC0E-11FBBCCD2D6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AB774-8A70-47D4-B111-607469DD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4413F-7C30-473A-B036-6EA693386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DCE1-8C0F-426A-9860-03A0A18E5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23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4515BD-CF0D-42A8-AD13-51F27F0EB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E19C-AB26-499D-AC0E-11FBBCCD2D6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4B31FF-09BF-46E1-9917-996EA9E2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3BCC4-E624-484E-AC49-C4DFC7D9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DCE1-8C0F-426A-9860-03A0A18E5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04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8B1C7-CEED-4053-8BB5-375DD4C6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60B64-97C4-4201-B864-6302DC1F0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C443F-AF9C-40C0-BE16-C2808D4C8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25493-3694-49B9-A878-B28FABB41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E19C-AB26-499D-AC0E-11FBBCCD2D6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5F373-01E0-431A-ADF8-84DE2DFD1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A7051-295D-42FB-A776-5510DDD7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DCE1-8C0F-426A-9860-03A0A18E5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47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9A222-BE91-44F4-B0C8-145016A71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92E46C-1CEF-4026-BFF1-693A6F536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BFFED-FBF1-4173-A76A-4434C605F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56B7A-5296-4663-AEDB-3EC4BA805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E19C-AB26-499D-AC0E-11FBBCCD2D6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02011-C607-4DE2-82FE-90B465DAA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B99B2-8FD4-46F4-B446-EF45843DB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DCE1-8C0F-426A-9860-03A0A18E5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75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3E20-6BB1-4601-AC04-75516F90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127FA-494F-41BE-BFF2-D42FCCC0E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E1543-444F-43BD-82B0-9623F9B4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E19C-AB26-499D-AC0E-11FBBCCD2D6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21776-5BA7-471E-93C6-3C811FEA6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74EC9-AAC4-4CD9-896A-72A2188F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DCE1-8C0F-426A-9860-03A0A18E5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7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C4BDD-B695-4577-A41F-F15DBAB55B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40687-EB0B-417C-9F0E-A61E5F3CB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67C13-35D2-4A79-AB3A-D93E1CE95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E19C-AB26-499D-AC0E-11FBBCCD2D6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8A48D-CBB3-4A6C-8A87-0BCE56520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43157-0447-420D-BF91-EE189CDE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DCE1-8C0F-426A-9860-03A0A18E5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90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9148E1-9EB0-4CD9-8887-6DD21D477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E0A31-BD43-45F9-9C7B-10FBA7044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53FE9-DDEA-4919-BA3E-C692A2EEF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CE19C-AB26-499D-AC0E-11FBBCCD2D6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373B6-2F46-46CA-ADBB-23A9D72F3F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8C3F4-5F5C-4C11-B208-91A2DE350E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4DCE1-8C0F-426A-9860-03A0A18E5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7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395ED1-EC4C-4F8C-A994-8CC3D374E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DBE3ECD-45E4-422A-AAEA-BCB9CDBE66BE}"/>
              </a:ext>
            </a:extLst>
          </p:cNvPr>
          <p:cNvSpPr/>
          <p:nvPr/>
        </p:nvSpPr>
        <p:spPr>
          <a:xfrm>
            <a:off x="139780" y="9709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17710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F0C10A-7A79-4A54-88D7-AD15CB32E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E638BE2-2408-4849-8B72-CA7BFAFC5298}"/>
              </a:ext>
            </a:extLst>
          </p:cNvPr>
          <p:cNvSpPr/>
          <p:nvPr/>
        </p:nvSpPr>
        <p:spPr>
          <a:xfrm>
            <a:off x="75985" y="19278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68540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2517AF-E54A-4D72-A575-438E60E92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5219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3EC878-4056-4B73-9AAC-E70122700AEA}"/>
              </a:ext>
            </a:extLst>
          </p:cNvPr>
          <p:cNvSpPr/>
          <p:nvPr/>
        </p:nvSpPr>
        <p:spPr>
          <a:xfrm>
            <a:off x="86618" y="12899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08954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95B9DE-EDF0-4598-A2C0-DC562BB40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911FAAE-E743-4075-BABB-189DDB45DFE7}"/>
              </a:ext>
            </a:extLst>
          </p:cNvPr>
          <p:cNvSpPr/>
          <p:nvPr/>
        </p:nvSpPr>
        <p:spPr>
          <a:xfrm>
            <a:off x="107883" y="18215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78620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09637E-7D55-4597-B655-69BD67435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34D9317-037E-48A9-977F-C7B28862BB8B}"/>
              </a:ext>
            </a:extLst>
          </p:cNvPr>
          <p:cNvSpPr/>
          <p:nvPr/>
        </p:nvSpPr>
        <p:spPr>
          <a:xfrm>
            <a:off x="107883" y="11836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07880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E35F89-9657-4930-AB37-AB3CC7163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9E2F1F-08A1-401E-971E-D50697C66B04}"/>
              </a:ext>
            </a:extLst>
          </p:cNvPr>
          <p:cNvSpPr/>
          <p:nvPr/>
        </p:nvSpPr>
        <p:spPr>
          <a:xfrm>
            <a:off x="150413" y="20342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78959798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480598-5E0E-40C2-9265-2FEA6C886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E771ABC-066E-4604-88CB-4E8632EFCA4A}"/>
              </a:ext>
            </a:extLst>
          </p:cNvPr>
          <p:cNvSpPr/>
          <p:nvPr/>
        </p:nvSpPr>
        <p:spPr>
          <a:xfrm>
            <a:off x="86617" y="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37535986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14D74D-14D7-4832-B28B-CEFA92647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64C987D-0180-4787-BFA5-CFD61AD83B8E}"/>
              </a:ext>
            </a:extLst>
          </p:cNvPr>
          <p:cNvSpPr/>
          <p:nvPr/>
        </p:nvSpPr>
        <p:spPr>
          <a:xfrm>
            <a:off x="139781" y="10773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27635754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439DB9-0698-4FC5-A793-B26B54EBF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C3D368-5F89-4C4F-9B35-0780CC391D67}"/>
              </a:ext>
            </a:extLst>
          </p:cNvPr>
          <p:cNvSpPr/>
          <p:nvPr/>
        </p:nvSpPr>
        <p:spPr>
          <a:xfrm>
            <a:off x="161046" y="19278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80763599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EF3C8D-E37A-43C1-89CD-250F8FB74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6ED172B-866C-4AB4-A458-CE3EFE50856E}"/>
              </a:ext>
            </a:extLst>
          </p:cNvPr>
          <p:cNvSpPr/>
          <p:nvPr/>
        </p:nvSpPr>
        <p:spPr>
          <a:xfrm>
            <a:off x="75985" y="171525"/>
            <a:ext cx="418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4627719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C4649C-47A6-4CB1-B103-447D86342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4D06882-0623-4F72-891E-EE83E3575EF4}"/>
              </a:ext>
            </a:extLst>
          </p:cNvPr>
          <p:cNvSpPr/>
          <p:nvPr/>
        </p:nvSpPr>
        <p:spPr>
          <a:xfrm>
            <a:off x="0" y="0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03082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710F83-EA64-48E3-8F87-E40AB35A4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9600831-69D7-4AF5-829F-859D5E60AD6C}"/>
              </a:ext>
            </a:extLst>
          </p:cNvPr>
          <p:cNvSpPr/>
          <p:nvPr/>
        </p:nvSpPr>
        <p:spPr>
          <a:xfrm>
            <a:off x="97250" y="139627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14222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E7C9A0-D83B-4139-99AC-EF7F9A7DF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FAE5BF-419D-40EA-9903-2E0E3D0FD2A9}"/>
              </a:ext>
            </a:extLst>
          </p:cNvPr>
          <p:cNvSpPr/>
          <p:nvPr/>
        </p:nvSpPr>
        <p:spPr>
          <a:xfrm>
            <a:off x="97251" y="150259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65330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897BC3-1A0C-461A-B860-1EC883832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BA7D522-A7FC-4B5A-A967-7D27D52734A0}"/>
              </a:ext>
            </a:extLst>
          </p:cNvPr>
          <p:cNvSpPr/>
          <p:nvPr/>
        </p:nvSpPr>
        <p:spPr>
          <a:xfrm>
            <a:off x="86617" y="128995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20912205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CECF92-9C6B-47A0-BFA4-1E6715934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159C3F8-5BA2-4917-976B-28501BEEC27B}"/>
              </a:ext>
            </a:extLst>
          </p:cNvPr>
          <p:cNvSpPr/>
          <p:nvPr/>
        </p:nvSpPr>
        <p:spPr>
          <a:xfrm>
            <a:off x="97250" y="192790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53370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1D5A6A-DBFE-464F-980B-285C393ED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2B7D528-0517-4416-A818-B70DF03886C3}"/>
              </a:ext>
            </a:extLst>
          </p:cNvPr>
          <p:cNvSpPr/>
          <p:nvPr/>
        </p:nvSpPr>
        <p:spPr>
          <a:xfrm>
            <a:off x="0" y="107729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092051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FFF3E9-882A-4A6E-8698-F3FABE61B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1783" cy="68580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D6FAA7-C61C-4605-A407-5B77A0D97B21}"/>
              </a:ext>
            </a:extLst>
          </p:cNvPr>
          <p:cNvSpPr/>
          <p:nvPr/>
        </p:nvSpPr>
        <p:spPr>
          <a:xfrm>
            <a:off x="97250" y="203423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92042216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4A3B2B-940B-4718-8AC4-9B5E05CF5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B275C5-4D4D-4AD4-9E10-63172116FBC6}"/>
              </a:ext>
            </a:extLst>
          </p:cNvPr>
          <p:cNvSpPr/>
          <p:nvPr/>
        </p:nvSpPr>
        <p:spPr>
          <a:xfrm>
            <a:off x="192944" y="224687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955619117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12905B-CD45-44CA-9D72-F9E05F5D6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968FB2-B370-4A19-BFFA-29ACDF1159A3}"/>
              </a:ext>
            </a:extLst>
          </p:cNvPr>
          <p:cNvSpPr/>
          <p:nvPr/>
        </p:nvSpPr>
        <p:spPr>
          <a:xfrm>
            <a:off x="97250" y="12899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4947891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19</Words>
  <Application>Microsoft Office PowerPoint</Application>
  <PresentationFormat>Widescreen</PresentationFormat>
  <Paragraphs>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Air Univeristy</dc:creator>
  <cp:lastModifiedBy>Air Univeristy</cp:lastModifiedBy>
  <cp:revision>3</cp:revision>
  <dcterms:created xsi:type="dcterms:W3CDTF">2025-12-25T10:37:13Z</dcterms:created>
  <dcterms:modified xsi:type="dcterms:W3CDTF">2025-12-25T11:14:19Z</dcterms:modified>
</cp:coreProperties>
</file>